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맑은 고딕"/>
              </a:rPr>
              <a:t>집찾Go</a:t>
            </a:r>
          </a:p>
          <a:p>
            <a:r>
              <a:rPr sz="3200" b="1">
                <a:solidFill>
                  <a:srgbClr val="B8E0DC"/>
                </a:solidFill>
                <a:latin typeface="맑은 고딕"/>
              </a:rPr>
              <a:t>부동산 웹 플랫폼 제작 결과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0DCE8"/>
                </a:solidFill>
                <a:latin typeface="맑은 고딕"/>
              </a:rPr>
              <a:t>스마트 부동산 플랫폼 · 실거래·시장동향·AI 검색</a:t>
            </a:r>
          </a:p>
          <a:p>
            <a:r>
              <a:rPr sz="1600" b="0">
                <a:solidFill>
                  <a:srgbClr val="D0DCE8"/>
                </a:solidFill>
                <a:latin typeface="맑은 고딕"/>
              </a:rPr>
              <a:t>발표 시간: 약 20분 (10장)</a:t>
            </a:r>
          </a:p>
          <a:p>
            <a:r>
              <a:rPr sz="1600" b="0">
                <a:solidFill>
                  <a:srgbClr val="D0DCE8"/>
                </a:solidFill>
                <a:latin typeface="맑은 고딕"/>
              </a:rPr>
              <a:t>팀: 맹준형 · 이승우 · 안종범 · 황상옥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목차 (Agenda)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맑은 고딕"/>
              </a:rPr>
              <a:t>슬라이드당 약 2분 · 총 10장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8138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프로젝트 개요 및 목표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팀 구성원 소개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주요 기능 및 서비스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시스템 아키텍처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기술 스택 (Frontend / Backend)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빌드·배포·Spring 의존성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RPA + AI (Python 데이터 파이프라인)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제작 결과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맑은 고딕"/>
              </a:rPr>
              <a:t>ABOUT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8138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서비스명: 집찾Go — 내 집 찾기의 시작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목표: 사용자 중심 AI 부동산 검색·실거래 정보 제공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핵심 가치: 쉬운 검색 UX, 실시간 매물·시장 정보, AI 맞춤 추천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주요 메뉴: 실거래가, 시장동향, 부동산 뉴스, 매물 등록·중개 연계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차별점: 웹(MVC) + 데이터 수집(RPA) + 분석·시각화(AI/ML) 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팀 구성원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맑은 고딕"/>
              </a:rPr>
              <a:t>4인 개발팀 · 집찾Go Real Estate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8288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wrap="square"/>
          <a:lstStyle/>
          <a:p>
            <a:pPr algn="ctr"/>
            <a:r>
              <a:rPr sz="2000" b="1">
                <a:solidFill>
                  <a:srgbClr val="1A365D"/>
                </a:solidFill>
                <a:latin typeface="맑은 고딕"/>
              </a:rPr>
              <a:t>맹준형</a:t>
            </a:r>
          </a:p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팀원</a:t>
            </a:r>
          </a:p>
          <a:p>
            <a:pPr algn="ctr">
              <a:spcBef>
                <a:spcPts val="1200"/>
              </a:spcBef>
            </a:pPr>
            <a:r>
              <a:rPr sz="1100" b="0">
                <a:solidFill>
                  <a:srgbClr val="5A6A7A"/>
                </a:solidFill>
                <a:latin typeface="맑은 고딕"/>
              </a:rPr>
              <a:t>기획 · 프론트/백엔드 개발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828800"/>
            <a:ext cx="18288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wrap="square"/>
          <a:lstStyle/>
          <a:p>
            <a:pPr algn="ctr"/>
            <a:r>
              <a:rPr sz="2000" b="1">
                <a:solidFill>
                  <a:srgbClr val="1A365D"/>
                </a:solidFill>
                <a:latin typeface="맑은 고딕"/>
              </a:rPr>
              <a:t>이승우</a:t>
            </a:r>
          </a:p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팀원</a:t>
            </a:r>
          </a:p>
          <a:p>
            <a:pPr algn="ctr">
              <a:spcBef>
                <a:spcPts val="1200"/>
              </a:spcBef>
            </a:pPr>
            <a:r>
              <a:rPr sz="1100" b="0">
                <a:solidFill>
                  <a:srgbClr val="5A6A7A"/>
                </a:solidFill>
                <a:latin typeface="맑은 고딕"/>
              </a:rPr>
              <a:t>UI/UX · 프론트엔드 · API 연동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828800"/>
            <a:ext cx="18288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wrap="square"/>
          <a:lstStyle/>
          <a:p>
            <a:pPr algn="ctr"/>
            <a:r>
              <a:rPr sz="2000" b="1">
                <a:solidFill>
                  <a:srgbClr val="1A365D"/>
                </a:solidFill>
                <a:latin typeface="맑은 고딕"/>
              </a:rPr>
              <a:t>안종범</a:t>
            </a:r>
          </a:p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팀원</a:t>
            </a:r>
          </a:p>
          <a:p>
            <a:pPr algn="ctr">
              <a:spcBef>
                <a:spcPts val="1200"/>
              </a:spcBef>
            </a:pPr>
            <a:r>
              <a:rPr sz="1100" b="0">
                <a:solidFill>
                  <a:srgbClr val="5A6A7A"/>
                </a:solidFill>
                <a:latin typeface="맑은 고딕"/>
              </a:rPr>
              <a:t>백엔드 · DB · 보안(Spring Security)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1828800" cy="3474720"/>
          </a:xfrm>
          <a:prstGeom prst="roundRect">
            <a:avLst/>
          </a:prstGeom>
          <a:solidFill>
            <a:srgbClr val="F4F7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wrap="square"/>
          <a:lstStyle/>
          <a:p>
            <a:pPr algn="ctr"/>
            <a:r>
              <a:rPr sz="2000" b="1">
                <a:solidFill>
                  <a:srgbClr val="1A365D"/>
                </a:solidFill>
                <a:latin typeface="맑은 고딕"/>
              </a:rPr>
              <a:t>황상옥</a:t>
            </a:r>
          </a:p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팀원</a:t>
            </a:r>
          </a:p>
          <a:p>
            <a:pPr algn="ctr">
              <a:spcBef>
                <a:spcPts val="1200"/>
              </a:spcBef>
            </a:pPr>
            <a:r>
              <a:rPr sz="1100" b="0">
                <a:solidFill>
                  <a:srgbClr val="5A6A7A"/>
                </a:solidFill>
                <a:latin typeface="맑은 고딕"/>
              </a:rPr>
              <a:t>데이터 · RPA/AI · 시각화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맑은 고딕"/>
              </a:rPr>
              <a:t>기획·디자인·개발·데이터 분석을 분담하여 사용자 중심 부동산 검색 AI 서비스를 구현했습니다.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주요 기능 및 서비스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맑은 고딕"/>
              </a:rP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8138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모바일 모델하우스 — 언제 어디서나 매물·단지 미리보기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집 내놓기 — 간편 매물 등록 및 구매자 연결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중개 라이브 — 실시간 중개·현장 확인 UX (확장 설계)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회원·인증 — Spring Security + BCrypt 기반 로그인/권한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대시보드 — 지역·가격대별 통계, Folium/Plotly 지도·차트 연동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8138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Client: HTML5 · CSS3 · JavaScript · Bootstrap 5 · Flexbox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Application: Spring Boot 3.5.x (JDK 21) · Thymeleaf SSR · Tomcat 10.1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Data: MySQL 8 (로컬/개발) · TiDB (클라우드 확장·분산 DB)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Build: Gradle — 의존성 관리 및 bootWar/JAR 패키징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Deploy: Render 또는 AWS EC2 — CI 후 무중단 배포 목표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Data Pipeline: Python RPA/크롤링 → 정제(Pandas) → DB/API 적재 → AI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기술 스택 — Frontend &amp; Backend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91640"/>
            <a:ext cx="40233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HTML / CSS / JavaScript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Bootstrap 5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Flexbox 레이아웃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반응형 헤더·푸터 컴포넌트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Thymeleaf 템플릿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91640"/>
            <a:ext cx="40233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33172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JDK 21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Spring Boot 3.5.x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Thymeleaf (View)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Embedded Tomcat 10.1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MySQL 8 + JDBC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빌드 · 배포 · Spring 의존성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91640"/>
            <a:ext cx="40233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빌드 &amp;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Gradle 빌드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TiDB (클라우드 DB)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Render 또는 EC2 배포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환경별 application.yml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HTTPS·도메인 연동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91640"/>
            <a:ext cx="40233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주요 의존성 (DI)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33172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spring-boot-starter-web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spring-boot-starter-security (BCrypt)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spring-boot-starter-thymeleaf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mysql-connector-j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Lombok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spring-boot-starter-jdbc (JdbcTemplate)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RPA + AI — Python 패키지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91640"/>
            <a:ext cx="40233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데이터 수집·전처리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Requests — HTTP API·페이지 요청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BeautifulSoup — HTML 파싱(RPA/크롤링)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NumPy · Pandas — 배열·표 데이터 처리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Scikit-learn — 추천·분류·회귀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91640"/>
            <a:ext cx="402336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시각화·지도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331720"/>
            <a:ext cx="374903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Matplotlib · Seaborn — 통계 차트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Plotly — 인터랙티브 그래프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Folium — 지역 매물·실거래 지도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→ Spring API/DB와 연동해 대시보드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제작 결과 및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맑은 고딕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8138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완료: 부동산 플랫폼 UI/UX, Spring Boot 기반 서버·보안·DB 연동 골격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완료: Gradle 빌드 파이프라인, 팀 소개·랜딩 페이지, 데이터 분석 PoC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성과: Full-stack + 데이터/AI 역량을 하나의 서비스로 통합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향후: TiDB·Render/EC2 운영 배포, AI 추천 고도화, 실거래 API 정식 연동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• 감사합니다 ·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